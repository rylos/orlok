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Pump Training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 seals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Label</a:t>
            </a:r>
          </a:p>
        </p:txBody>
      </p:sp>
      <p:pic>
        <p:nvPicPr>
          <p:cNvPr descr="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Label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 Training</dc:title>
  <dc:creator/>
  <cp:keywords/>
  <dcterms:created xsi:type="dcterms:W3CDTF">2026-09-15T17:13:12Z</dcterms:created>
  <dcterms:modified xsi:type="dcterms:W3CDTF">2026-09-15T17:13:12Z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